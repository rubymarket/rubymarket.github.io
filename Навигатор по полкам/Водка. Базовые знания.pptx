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7" r:id="rId10"/>
    <p:sldId id="268" r:id="rId11"/>
    <p:sldId id="269" r:id="rId12"/>
    <p:sldId id="270" r:id="rId13"/>
    <p:sldId id="264" r:id="rId14"/>
    <p:sldId id="265" r:id="rId15"/>
    <p:sldId id="262" r:id="rId16"/>
  </p:sldIdLst>
  <p:sldSz cx="12192000" cy="6858000"/>
  <p:notesSz cx="6858000" cy="9144000"/>
  <p:custDataLst>
    <p:tags r:id="rId18"/>
  </p:custDataLst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7" d="100"/>
          <a:sy n="77" d="100"/>
        </p:scale>
        <p:origin x="806" y="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DE7684-A238-4975-9AF6-63583437A869}" type="datetimeFigureOut">
              <a:rPr lang="ru-KZ" smtClean="0"/>
              <a:t>15.02.2026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C7F51-2F4D-413C-AF54-2E999F5E4E2D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1647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C7F51-2F4D-413C-AF54-2E999F5E4E2D}" type="slidenum">
              <a:rPr lang="ru-KZ" smtClean="0"/>
              <a:t>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65162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C7F51-2F4D-413C-AF54-2E999F5E4E2D}" type="slidenum">
              <a:rPr lang="ru-KZ" smtClean="0"/>
              <a:t>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46495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C7F51-2F4D-413C-AF54-2E999F5E4E2D}" type="slidenum">
              <a:rPr lang="ru-KZ" smtClean="0"/>
              <a:t>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54141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C7F51-2F4D-413C-AF54-2E999F5E4E2D}" type="slidenum">
              <a:rPr lang="ru-KZ" smtClean="0"/>
              <a:t>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67348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C7F51-2F4D-413C-AF54-2E999F5E4E2D}" type="slidenum">
              <a:rPr lang="ru-KZ" smtClean="0"/>
              <a:t>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35744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C7F51-2F4D-413C-AF54-2E999F5E4E2D}" type="slidenum">
              <a:rPr lang="ru-KZ" smtClean="0"/>
              <a:t>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244419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C7F51-2F4D-413C-AF54-2E999F5E4E2D}" type="slidenum">
              <a:rPr lang="ru-KZ" smtClean="0"/>
              <a:t>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40315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C7F51-2F4D-413C-AF54-2E999F5E4E2D}" type="slidenum">
              <a:rPr lang="ru-KZ" smtClean="0"/>
              <a:t>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607852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C7F51-2F4D-413C-AF54-2E999F5E4E2D}" type="slidenum">
              <a:rPr lang="ru-KZ" smtClean="0"/>
              <a:t>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628762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C7F51-2F4D-413C-AF54-2E999F5E4E2D}" type="slidenum">
              <a:rPr lang="ru-KZ" smtClean="0"/>
              <a:t>10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084132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C7F51-2F4D-413C-AF54-2E999F5E4E2D}" type="slidenum">
              <a:rPr lang="ru-KZ" smtClean="0"/>
              <a:t>11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358286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C7F51-2F4D-413C-AF54-2E999F5E4E2D}" type="slidenum">
              <a:rPr lang="ru-KZ" smtClean="0"/>
              <a:t>12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9656239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C7F51-2F4D-413C-AF54-2E999F5E4E2D}" type="slidenum">
              <a:rPr lang="ru-KZ" smtClean="0"/>
              <a:t>13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6755900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C7F51-2F4D-413C-AF54-2E999F5E4E2D}" type="slidenum">
              <a:rPr lang="ru-KZ" smtClean="0"/>
              <a:t>14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011781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C7F51-2F4D-413C-AF54-2E999F5E4E2D}" type="slidenum">
              <a:rPr lang="ru-KZ" smtClean="0"/>
              <a:t>15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73828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16607-D119-48A2-9B0D-5A4E867A1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E77889B-5008-446F-B2D3-B3CCD54534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97333E-4D94-4CB4-AF04-6D269AE8F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3883-A97F-435C-B42B-ED1E098C0E4D}" type="datetimeFigureOut">
              <a:rPr lang="ru-KZ" smtClean="0"/>
              <a:t>15.02.2026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E26DBE-19B4-47A2-98A4-348245E5A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6E7ECE-CE8B-4D9F-A5E7-51055EE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12F1-198F-49C6-82BF-98DBE19C043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04262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7F78EB-F8F4-43DA-AD85-C094AF263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947B03-A9B1-4E44-824D-C08490FCB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9FCB72-BDBE-475E-8FD9-C0F82EC59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3883-A97F-435C-B42B-ED1E098C0E4D}" type="datetimeFigureOut">
              <a:rPr lang="ru-KZ" smtClean="0"/>
              <a:t>15.02.2026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82CB5F-75FC-446F-A3DD-28D976DA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8C4770-A346-45DF-875C-4D2BB5BDB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12F1-198F-49C6-82BF-98DBE19C043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598058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832E1E-948A-4E05-A078-DC8DAD669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C224107-A931-4F5E-85F6-4CBA89287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44187B-1918-4F14-8395-89ECE94DA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3883-A97F-435C-B42B-ED1E098C0E4D}" type="datetimeFigureOut">
              <a:rPr lang="ru-KZ" smtClean="0"/>
              <a:t>15.02.2026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9ED6A7-FD8F-4115-95FD-DC3ECD6B1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983F4F-547E-451C-A28B-56748B101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12F1-198F-49C6-82BF-98DBE19C043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699061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C5D9B8-D716-41F1-8306-073D8C8A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3735C7-6030-4AB7-8B2F-4F3298541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D28E80-F969-44BF-A8D6-9167C3E21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90F9CD-18F5-4F67-B115-B95A8F6AD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3883-A97F-435C-B42B-ED1E098C0E4D}" type="datetimeFigureOut">
              <a:rPr lang="ru-KZ" smtClean="0"/>
              <a:t>15.02.2026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423B77F-68C2-4511-BCBE-4C44500D9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6580C43-8C39-45A8-8BCF-4042BF73A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12F1-198F-49C6-82BF-98DBE19C043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7425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259B9E-8831-446F-9BE8-FAB1F5442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A79E7C-35DC-4192-BC5C-F74C34193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A4FF6C-8F3E-4720-8257-2401B51EB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0E7B818-D358-4A69-88B4-26C940F49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006E983-748D-42EF-A579-CC864B3365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DAC9EA1-98E7-4760-98AB-81AAEFC32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3883-A97F-435C-B42B-ED1E098C0E4D}" type="datetimeFigureOut">
              <a:rPr lang="ru-KZ" smtClean="0"/>
              <a:t>15.02.2026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29C1F2F-3807-433F-9B6C-2DC80D648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D839EDD-8B5F-4F4A-A1AA-B533DCDDD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12F1-198F-49C6-82BF-98DBE19C043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35277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78BA87-48AA-4F9F-A1D4-69563FAA3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5C443F3-987C-4336-BA9B-7DA024BE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3883-A97F-435C-B42B-ED1E098C0E4D}" type="datetimeFigureOut">
              <a:rPr lang="ru-KZ" smtClean="0"/>
              <a:t>15.02.2026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E437656-E981-4F00-9B1B-0A9D56C59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CED98B2-C9A7-4E82-8249-406085F77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12F1-198F-49C6-82BF-98DBE19C043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1642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008AD3F-B3AD-46F7-B298-68660071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3883-A97F-435C-B42B-ED1E098C0E4D}" type="datetimeFigureOut">
              <a:rPr lang="ru-KZ" smtClean="0"/>
              <a:t>15.02.2026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C2CB0ED-48D6-4A78-99E0-0553BC28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9ADD41-97B8-460D-A869-F454ABDAF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12F1-198F-49C6-82BF-98DBE19C043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18794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5519B4-B967-4B74-93FE-A7C8DB7B0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005CCA-F62C-4B93-9F94-4C4F33CE9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FFFB977-2170-46CD-8905-14389EBB5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D7AFC9-153D-4839-9661-D10FEA693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3883-A97F-435C-B42B-ED1E098C0E4D}" type="datetimeFigureOut">
              <a:rPr lang="ru-KZ" smtClean="0"/>
              <a:t>15.02.2026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CC17A4-A1E6-4B82-9DC0-E32EBFF3B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262596-F244-4774-A821-FA6A21125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12F1-198F-49C6-82BF-98DBE19C043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95936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3AB2E1-CDAD-4FAC-9BDC-F6BB45D8B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BA8E58E-F52F-4E87-9935-E851BD8AAD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3AEB265-5F8B-463F-8AFB-B3F24D573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472799-361E-43B3-BF39-00180FB07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3883-A97F-435C-B42B-ED1E098C0E4D}" type="datetimeFigureOut">
              <a:rPr lang="ru-KZ" smtClean="0"/>
              <a:t>15.02.2026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6AA38E-E70D-4215-A80A-E906E2F86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4834AD0-E8B9-4035-AD4B-18B0FF37E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12F1-198F-49C6-82BF-98DBE19C043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454722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594B66-6CC9-4FCD-8747-3D767960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4BC5DBA-6CCE-4356-9E2B-79E541FFF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720CAC-B96B-4314-BE64-29BE19036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3883-A97F-435C-B42B-ED1E098C0E4D}" type="datetimeFigureOut">
              <a:rPr lang="ru-KZ" smtClean="0"/>
              <a:t>15.02.2026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22BF6E-7F2A-495E-9DC8-3F816B964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5F1202-5038-4366-AE6D-C4013401C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12F1-198F-49C6-82BF-98DBE19C043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73250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408B45D-2F4C-4D68-9F72-C11B340D97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26B13D6-2D27-4C86-B831-F84403FED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745FD2-8691-42C6-8BCB-B34E66659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3883-A97F-435C-B42B-ED1E098C0E4D}" type="datetimeFigureOut">
              <a:rPr lang="ru-KZ" smtClean="0"/>
              <a:t>15.02.2026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4C0CB5-86AD-4D1B-8372-CBF195E1D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925B79-121E-4A2C-8BAD-7AFD3E00B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12F1-198F-49C6-82BF-98DBE19C043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83502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18749A-6CB9-46C7-9AA7-442112CCF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29E951-3A07-4CEA-81BF-FB98891D3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191624-2027-406C-95B1-BEA62972E8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53883-A97F-435C-B42B-ED1E098C0E4D}" type="datetimeFigureOut">
              <a:rPr lang="ru-KZ" smtClean="0"/>
              <a:t>15.02.2026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EB27C2-9E2B-40A8-B247-4DF4384DFC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9E6C9A-D822-4754-A88C-60686960D2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612F1-198F-49C6-82BF-98DBE19C043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2365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4" Type="http://schemas.openxmlformats.org/officeDocument/2006/relationships/image" Target="../media/image1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4" Type="http://schemas.openxmlformats.org/officeDocument/2006/relationships/image" Target="../media/image1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114A252-FC06-4FCE-95DE-70BD1F0C7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04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72635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BF1546D-2051-4FE6-80F8-C66A961B1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04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54731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B6829CB-A3BC-440E-911A-6C87F3EEA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04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38001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D5E2426-5BC3-464E-B063-F520B6F37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04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86440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F99DF81-6421-43FE-AD1B-5BF248876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0483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1280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EDC4414-E330-437D-94CD-8BBBC27E4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04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60536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3B0A82A-DC80-4A21-A717-EACED89C92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04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298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7844F4-1479-4B89-8990-244581BC5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04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48008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8A553F-3690-4470-878E-645A6681C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04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86756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B16BB9B-545D-4194-9AC7-D3AEE2AEA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04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28153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AA1E41-2621-49B7-8239-3AE20E963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04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0742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F370D8A-EE73-41CA-AD2E-5BE9BC394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04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97519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9A83FDE-A1DC-479D-946A-D1CF4E5B8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04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74381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EBA874-B5EF-4E71-BE57-BF0A3D2FB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04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26782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AA457F7-0BE8-493A-930F-5F359F976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04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90721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-SUITE_ISPRING_CURRENT_PLAYER_ID" val="universal"/>
  <p:tag name="ISPRING_PRESENTATION_COURSE_TITLE" val="Водка. Базовые знания"/>
  <p:tag name="ISPRING-SUITE_ISPRING_PLAYERS_CUSTOMIZATION_2" val="{&quot;universal&quot;:{&quot;skinSettings&quot;:{&quot;borderRadius&quot;:10,&quot;colors&quot;:{&quot;asideBackground&quot;:{&quot;color&quot;:&quot;#EFF1F2&quot;,&quot;opacity&quot;:1,&quot;type&quot;:&quot;SOLID&quot;},&quot;asideElementBackgroundActive&quot;:{&quot;color&quot;:&quot;#D5D9DB&quot;,&quot;opacity&quot;:1,&quot;type&quot;:&quot;SOLID&quot;},&quot;asideElementBackgroundHover&quot;:{&quot;color&quot;:&quot;#DDE2E5&quot;,&quot;opacity&quot;:1,&quot;type&quot;:&quot;SOLID&quot;},&quot;asideElementText&quot;:{&quot;color&quot;:&quot;#34383D&quot;,&quot;opacity&quot;:1,&quot;type&quot;:&quot;SOLID&quot;},&quot;asideElementTextActive&quot;:{&quot;color&quot;:&quot;#42484E&quot;,&quot;opacity&quot;:1,&quot;type&quot;:&quot;SOLID&quot;},&quot;asideElementTextHover&quot;:{&quot;color&quot;:&quot;#42484E&quot;,&quot;opacity&quot;:1,&quot;type&quot;:&quot;SOLID&quot;},&quot;asideLogoBackground&quot;:{&quot;color&quot;:&quot;#EFF1F2&quot;,&quot;opacity&quot;:1,&quot;type&quot;:&quot;SOLID&quot;},&quot;pageBackground&quot;:{&quot;color&quot;:&quot;#DCDEE0&quot;,&quot;opacity&quot;:1,&quot;type&quot;:&quot;SOLID&quot;},&quot;playerBackground&quot;:{&quot;color&quot;:&quot;#FFFFFF&quot;,&quot;opacity&quot;:1,&quot;type&quot;:&quot;SOLID&quot;},&quot;playerText&quot;:{&quot;color&quot;:&quot;#616870&quot;,&quot;opacity&quot;:1,&quot;type&quot;:&quot;SOLID&quot;},&quot;primaryButtonBackground&quot;:{&quot;color&quot;:&quot;#B00000&quot;,&quot;opacity&quot;:1,&quot;type&quot;:&quot;SOLID&quot;},&quot;primaryButtonBackgroundHover&quot;:{&quot;color&quot;:&quot;#BC4733&quot;,&quot;opacity&quot;:1,&quot;type&quot;:&quot;SOLID&quot;},&quot;primaryButtonBorder&quot;:{&quot;color&quot;:&quot;#B00000&quot;,&quot;opacity&quot;:1,&quot;type&quot;:&quot;SOLID&quot;},&quot;primaryButtonBorderHover&quot;:{&quot;color&quot;:&quot;#BC4733&quot;,&quot;opacity&quot;:1,&quot;type&quot;:&quot;SOLID&quot;},&quot;primaryButtonText&quot;:{&quot;color&quot;:&quot;#FFFFFF&quot;,&quot;opacity&quot;:1,&quot;type&quot;:&quot;SOLID&quot;},&quot;primaryButtonTextHover&quot;:{&quot;color&quot;:&quot;#FFFFFF&quot;,&quot;opacity&quot;:1,&quot;type&quot;:&quot;SOLID&quot;},&quot;secondaryButtonBackground&quot;:{&quot;color&quot;:&quot;#F1F2F4&quot;,&quot;opacity&quot;:1,&quot;type&quot;:&quot;SOLID&quot;},&quot;secondaryButtonBackgroundHover&quot;:{&quot;color&quot;:&quot;#E5E5E5&quot;,&quot;opacity&quot;:1,&quot;type&quot;:&quot;SOLID&quot;},&quot;secondaryButtonBorder&quot;:{&quot;color&quot;:&quot;#F1F2F4&quot;,&quot;opacity&quot;:1,&quot;type&quot;:&quot;SOLID&quot;},&quot;secondaryButtonBorderHover&quot;:{&quot;color&quot;:&quot;#E5E5E5&quot;,&quot;opacity&quot;:1,&quot;type&quot;:&quot;SOLID&quot;},&quot;secondaryButtonText&quot;:{&quot;color&quot;:&quot;#616870&quot;,&quot;opacity&quot;:1,&quot;type&quot;:&quot;SOLID&quot;},&quot;secondaryButtonTextHover&quot;:{&quot;color&quot;:&quot;#616870&quot;,&quot;opacity&quot;:1,&quot;type&quot;:&quot;SOLID&quot;}},&quot;controlPanel&quot;:{&quot;navigationMode&quot;:&quot;bySlides&quot;,&quot;progressBar&quot;:{&quot;enabled&quot;:true,&quot;mode&quot;:&quot;presentationTimeline&quot;,&quot;showLabels&quot;:true,&quot;visible&quot;:true},&quot;showCCButton&quot;:false,&quot;showNextButton&quot;:true,&quot;showOutline&quot;:false,&quot;showPlayPause&quot;:false,&quot;showPlaybackRateButton&quot;:false,&quot;showPrevButton&quot;:true,&quot;showRewind&quot;:false,&quot;showSlideNumbers&quot;:true,&quot;showSlideOnlyButton&quot;:false,&quot;showVolumeControl&quot;:false,&quot;visible&quot;:true},&quot;fontFamily&quot;:&quot;Arial&quot;,&quot;miniskinCustomizationEnabled&quot;:true,&quot;outlinePanel&quot;:{&quot;highlightViewedEntries&quot;:false,&quot;multilevel&quot;:true,&quot;numberEntries&quot;:true,&quot;search&quot;:true,&quot;thumbnails&quot;:true},&quot;sidePanel&quot;:{&quot;showAtLeft&quot;:false,&quot;showLogo&quot;:false,&quot;showNotes&quot;:false,&quot;showOutline&quot;:false,&quot;showPresenterInfo&quot;:false,&quot;showPresenterVideo&quot;:false,&quot;visible&quot;:false},&quot;titlePanel&quot;:{&quot;buttons&quot;:[&quot;attachments&quot;,&quot;markerTools&quot;,&quot;presenterInfo&quot;,&quot;outline&quot;],&quot;buttonsAtLeft&quot;:true,&quot;courseTitleVisible&quot;:true,&quot;showLogo&quot;:false,&quot;visible&quot;:false},&quot;version&quot;:&quot;1.0&quot;},&quot;skinMessages&quot;:{&quot;PB_ACCESSIBLE_ARIA_LABEL_BACK_TO_BEGIN&quot;:&quot;Перейти к началу слайда&quot;,&quot;PB_ACCESSIBLE_ARIA_LABEL_BOTTOM_PANEL&quot;:&quot;Нижняя панель&quot;,&quot;PB_ACCESSIBLE_ARIA_LABEL_NAVIGATION_BUTTONS&quot;:&quot;Кнопки навигации&quot;,&quot;PB_ACCESSIBLE_ARIA_LABEL_SETTINGS&quot;:&quot;Настройки доступности&quot;,&quot;PB_ACCESSIBLE_ARIA_LABEL_SLIDE&quot;:&quot;Слайд&quot;,&quot;PB_ACCESSIBLE_ARIA_LABEL_TOP_PANEL&quot;:&quot;Верхняя панель&quot;,&quot;PB_ACCESSIBLE_AUDIO_NARRATION_LABEL&quot;:&quot;Аудиосопровождение&quot;,&quot;PB_ACCESSIBLE_NAVIGATION_NEXT_BUTTON&quot;:&quot;Далее&quot;,&quot;PB_ACCESSIBLE_NAVIGATION_PREV_BUTTON&quot;:&quot;Назад&quot;,&quot;PB_ACCESSIBLE_SKIN_ENABLE_ACCESSIBILITY_MODE&quot;:&quot;В режим для слабовидящих&quot;,&quot;PB_ACCESSIBLE_SKIN_ENABLE_NORMAL_MODE&quot;:&quot;В режим полного плеера&quot;,&quot;PB_ACCESSIBLE_SKIN_PRESENTER_PHOTO&quot;:&quot;Фотография докладчика&quot;,&quot;PB_ACCESSIBLE_SLIDE_N_OF_COUNT&quot;:&quot;Слайд %SLIDE_NUMBER% из %TOTAL_SLIDES%&quot;,&quot;PB_ACCESSIBLE_VIDEO_NARRATION_LABEL&quot;:&quot;Видеосопровождение&quot;,&quot;PB_ACCESSIBLE_WATERMARK_SKIN_CREATED_WITH&quot;:&quot;Создано с помощью демо-версии iSpring&quot;,&quot;PB_ATTACHMENT_DOCUMENT_SUBTITLE&quot;:&quot;Документ&quot;,&quot;PB_ATTACHMENT_FILE_SUBTITLE&quot;:&quot;Файл&quot;,&quot;PB_ATTACHMENT_IMAGE_SUBTITLE&quot;:&quot;Изображение&quot;,&quot;PB_ATTACHMENT_LINK_SUBTITLE&quot;:&quot;Ссылка&quot;,&quot;PB_ATTACHMENT_VIDEO_SUBTITLE&quot;:&quot;Видео&quot;,&quot;PB_BACK_TO_APP_BUTTON_LABEL&quot;:&quot;Назад&quot;,&quot;PB_CC_MENU_OFF&quot;:&quot;Выкл.&quot;,&quot;PB_CC_MENU_ON&quot;:&quot;Вкл.&quot;,&quot;PB_CC_MENU_TITLE&quot;:&quot;Заметки&quot;,&quot;PB_CONTROL_PANEL_EXIT_FULL_SCREEN&quot;:&quot;Выход из полноэкранного режима&quot;,&quot;PB_CONTROL_PANEL_FULL_SCREEN&quot;:&quot;На весь экран&quot;,&quot;PB_CONTROL_PANEL_NEXT&quot;:&quot;Далее&quot;,&quot;PB_CONTROL_PANEL_OUTLINE&quot;:&quot;Слайды&quot;,&quot;PB_CONTROL_PANEL_PREV&quot;:&quot;&quot;,&quot;PB_CONTROL_PANEL_REPLAY&quot;:&quot;Повторить&quot;,&quot;PB_CONTROL_PANEL_SLIDE_COUNTER&quot;:&quot;%SLIDE_NUMBER% из %TOTAL_SLIDES%&quot;,&quot;PB_CONTROL_PANEL_VOLUME_CONTROL&quot;:&quot;Громкость&quot;,&quot;PB_CURRENT_SLIDE_IS_NOT_COMPLETED&quot;:&quot;Чтобы продолжить, просмотрите слайд до конца.&quot;,&quot;PB_DOMAIN_RESTRICTION&quot;:&quot;Автор запретил просмотр презентации на этом домене.&quot;,&quot;PB_DRAWING_TOOLS_END_DRAWING&quot;:&quot;Завершить рисование&quot;,&quot;PB_DRAWING_TOOLS_ERASER&quot;:&quot;Ластик&quot;,&quot;PB_DRAWING_TOOLS_ERASE_ALL&quot;:&quot;Очистить все&quot;,&quot;PB_DRAWING_TOOLS_HIGHLIGHTER&quot;:&quot;Маркер&quot;,&quot;PB_DRAWING_TOOLS_PEN&quot;:&quot;Фломастер&quot;,&quot;PB_ENTER_PASSWORD&quot;:&quot;Введите пароль, чтобы посмотреть эту презентацию.&quot;,&quot;PB_INCORRECT_PASSWORD&quot;:&quot;Неверный пароль&quot;,&quot;PB_INTERACTION_SLIDE_WINDOW_TEXT&quot;:&quot;Чтобы перейти на другой слайд, нужно завершить интерактивность.&quot;,&quot;PB_MESSAGE_BOX_NO&quot;:&quot;Нет&quot;,&quot;PB_MESSAGE_BOX_OK&quot;:&quot;ОК&quot;,&quot;PB_MESSAGE_BOX_YES&quot;:&quot;Да&quot;,&quot;PB_NAVIGATION_IS_RESTRICTED&quot;:&quot;Слайды можно просматривать только по порядку.&quot;,&quot;PB_NAVIGATION_IS_SEQUENTIAL&quot;:&quot;Слайды можно просматривать только по порядку.&quot;,&quot;PB_PLAYBACK_RATE_MENU_CAPTION&quot;:&quot;Скорость&quot;,&quot;PB_PRECEDING_QUIZ_FAILED_WINDOW_TEXT&quot;:&quot;Вы не прошли тест на слайде %SLIDE_INDEX% и не можете перейти к следующим слайдам.&quot;,&quot;PB_PRECEDING_QUIZ_NOT_COMPLETED_WINDOW_TEXT&quot;:&quot;Для перехода на этот слайд нужно завершить тест на слайде %SLIDE_INDEX%.&quot;,&quot;PB_PRECEDING_QUIZ_NOT_PASSED_WINDOW_TEXT&quot;:&quot;Для перехода на этот слайд нужно успешно пройти тест на слайде %SLIDE_INDEX%.&quot;,&quot;PB_PRECEDING_SCENARIO_FAILED_WINDOW_TEXT&quot;:&quot;Вы не прошли диалоговый тренажер на слайде %SLIDE_INDEX% и не можете перейти к следующим слайдам.&quot;,&quot;PB_PRECEDING_SCENARIO_NOT_COMPLETED_WINDOW_TEXT&quot;:&quot;Для перехода на этот слайд нужно завершить диалоговый тренажер на слайде %SLIDE_INDEX%.&quot;,&quot;PB_PRECEDING_SCENARIO_NOT_PASSED_WINDOW_TEXT&quot;:&quot;Для перехода на этот слайд нужно успешно завершить диалоговый тренажер на слайде %SLIDE_INDEX%.&quot;,&quot;PB_PRESENTER_COLLAPSE_BIO&quot;:&quot;скрыть&quot;,&quot;PB_PRESENTER_EMAIL&quot;:&quot;Email&quot;,&quot;PB_PRESENTER_EXPAND_BIO&quot;:&quot;показать еще&quot;,&quot;PB_PRESENTER_NO_INFO&quot;:&quot;Нет информации о докладчике&quot;,&quot;PB_PRESENTER_WEBSITE&quot;:&quot;Сайт&quot;,&quot;PB_QUIZ_SLIDE_WINDOW_TEXT&quot;:&quot;Чтобы перейти на другой слайд, нужно завершить тест.&quot;,&quot;PB_RATE_MENU_CAPTION&quot;:&quot;Скорость&quot;,&quot;PB_RATE_MENU_DEFAULT_RATE&quot;:&quot;Обычная&quot;,&quot;PB_RESUME_PRESENTATION_WINDOW_TEXT&quot;:&quot;Продолжить просмотр с места, где вы остановились?&quot;,&quot;PB_SCENARIO_SLIDE_WINDOW_TEXT&quot;:&quot;Для перехода на этот слайд нужно завершить диалоговый тренажер.&quot;,&quot;PB_SEARCH_CANCEL&quot;:&quot;Отмена&quot;,&quot;PB_SEARCH_NO_RESULTS_LABEL&quot;:&quot;Ничего не нашлось.&quot;,&quot;PB_SEARCH_PANEL_DEFAULT_TEXT&quot;:&quot;Поиск…&quot;,&quot;PB_SEARCH_RESULTS_LABEL&quot;:&quot;Результаты поиска&quot;,&quot;PB_SEARCH_RESULT_IN_NOTES&quot;:&quot;в заметках&quot;,&quot;PB_SEARCH_RESULT_IN_TEXT_LABEL&quot;:&quot;на слайде&quot;,&quot;PB_SUBTITLES_MENU_CAPTION&quot;:&quot;Субтитры&quot;,&quot;PB_SUBTITLES_OFF&quot;:&quot;Выкл.&quot;,&quot;PB_TAB_NOTES_LABEL&quot;:&quot;Заметки&quot;,&quot;PB_TAB_OUTLINE_LABEL&quot;:&quot;Слайды&quot;,&quot;PB_TIME_RESTRICTION&quot;:&quot;В настоящее время просмотр этой презентации запрещен ее автором.&quot;,&quot;PB_TITLE_PANEL_ATTACHMENTS&quot;:&quot;Ресурсы&quot;,&quot;PB_TITLE_PANEL_MARKER_TOOLS&quot;:&quot;Рисование&quot;,&quot;PB_TITLE_PANEL_NOTES&quot;:&quot;Заметки&quot;,&quot;PB_TITLE_PANEL_OUTLINE&quot;:&quot;Оглавление&quot;,&quot;PB_TITLE_PANEL_PRESENTER_INFO&quot;:&quot;Докладчик&quot;,&quot;PB_TREE_CONTROL_LOADING&quot;:&quot;Загрузка…&quot;,&quot;PB_VIDEO_WINDOW_NO_VIDEO_LABEL&quot;:&quot;Нет видео&quot;},&quot;playbackAndNavigationSettings&quot;:{&quot;autoStart&quot;:true,&quot;saveAnimationStates&quot;:true,&quot;loopPresentation&quot;:false,&quot;autoPlayAnimations&quot;:false,&quot;autoPlayAnimationsTime&quot;:1,&quot;navigationType&quot;:&quot;FREE&quot;,&quot;resumeMode&quot;:&quot;PROMPT&quot;,&quot;enableKeyboardNavigation&quot;:true},&quot;keyboardSettings&quot;:&quot;&quot;,&quot;skinVersion&quot;:2,&quot;skinCompatibleVersion&quot;:0,&quot;publishSettings&quot;:{&quot;backgroundColor&quot;:&quot;#DCDEE0&quot;,&quot;playerDimensions&quot;:{&quot;height&quot;:92,&quot;width&quot;:16},&quot;playerModule&quot;:&quot;UniversalHtml&quot;,&quot;presentationContent&quot;:{&quot;metadata&quot;:{&quot;references&quot;:false,&quot;texts&quot;:[&quot;DT_HYPERLINK_TOOLTIP&quot;]},&quot;resources&quot;:{&quot;attachments&quot;:false,&quot;fonts&quot;:[{&quot;charsets&quot;:{&quot;dynamicFormatted&quot;:[&quot;DCT_INTERACTIVITY_TEXT&quot;,&quot;DCT_INTERACTIVITY_SEMIBOLD_TEXT&quot;],&quot;dynamicPlain&quot;:[&quot;DCT_HYPERLINK_TOOLTIP&quot;],&quot;static&quot;:[&quot;Далее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&quot;,&quot;fontFamily&quot;:&quot;Arial&quot;,&quot;isBold&quot;:false,&quot;isItalic&quot;:false,&quot;isSemibold&quot;:false,&quot;substituteFontFamily&quot;:&quot;Arial&quot;},{&quot;charsets&quot;:{&quot;dynamicFormatted&quot;:[&quot;DCT_INTERACTIVITY_TEXT&quot;,&quot;DCT_INTERACTIVITY_SEMIBOLD_TEXT&quot;],&quot;dynamicPlain&quot;:[&quot;DCT_HYPERLINK_TOOLTIP&quot;],&quot;static&quot;:[&quot;Далее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b&quot;,&quot;fontFamily&quot;:&quot;Arial&quot;,&quot;isBold&quot;:true,&quot;isItalic&quot;:false,&quot;isSemibold&quot;:false,&quot;substituteFontFamily&quot;:&quot;Arial&quot;},{&quot;charsets&quot;:{&quot;dynamicFormatted&quot;:[&quot;DCT_INTERACTIVITY_TEXT&quot;,&quot;DCT_INTERACTIVITY_SEMIBOLD_TEXT&quot;],&quot;dynamicPlain&quot;:[&quot;DCT_HYPERLINK_TOOLTIP&quot;],&quot;static&quot;:[&quot;Далее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i&quot;,&quot;fontFamily&quot;:&quot;Arial&quot;,&quot;isBold&quot;:false,&quot;isItalic&quot;:true,&quot;isSemibold&quot;:false,&quot;substituteFontFamily&quot;:&quot;Arial&quot;},{&quot;charsets&quot;:{&quot;dynamicFormatted&quot;:[&quot;DCT_INTERACTIVITY_TEXT&quot;,&quot;DCT_INTERACTIVITY_SEMIBOLD_TEXT&quot;],&quot;dynamicPlain&quot;:[&quot;DCT_HYPERLINK_TOOLTIP&quot;],&quot;static&quot;:[&quot;Далее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bi&quot;,&quot;fontFamily&quot;:&quot;Arial&quot;,&quot;isBold&quot;:true,&quot;isItalic&quot;:true,&quot;isSemibold&quot;:false,&quot;substituteFontFamily&quot;:&quot;Arial&quot;},{&quot;charsets&quot;:{&quot;dynamicFormatted&quot;:[&quot;DCT_INTERACTIVITY_TEXT&quot;,&quot;DCT_INTERACTIVITY_SEMIBOLD_TEXT&quot;],&quot;dynamicPlain&quot;:[&quot;DCT_HYPERLINK_TOOLTIP&quot;],&quot;static&quot;:[&quot;Далее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sb&quot;,&quot;fontFamily&quot;:&quot;Arial&quot;,&quot;isBold&quot;:false,&quot;isItalic&quot;:false,&quot;isSemibold&quot;:true,&quot;substituteFontFamily&quot;:&quot;Arial&quot;},{&quot;charsets&quot;:{&quot;dynamicFormatted&quot;:[&quot;DCT_INTERACTIVITY_TEXT&quot;,&quot;DCT_INTERACTIVITY_SEMIBOLD_TEXT&quot;],&quot;dynamicPlain&quot;:[&quot;DCT_HYPERLINK_TOOLTIP&quot;],&quot;static&quot;:[&quot;Далее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sbi&quot;,&quot;fontFamily&quot;:&quot;Arial&quot;,&quot;isBold&quot;:false,&quot;isItalic&quot;:true,&quot;isSemibold&quot;:true,&quot;substituteFontFamily&quot;:&quot;Arial&quot;}],&quot;interactivity&quot;:{&quot;fullSupport&quot;:true},&quot;slideThumbnails&quot;:{&quot;enlargeToFit&quot;:false,&quot;height&quot;:59,&quot;jpegQuality&quot;:100,&quot;keepAspectRatio&quot;:true,&quot;width&quot;:78}}}},&quot;ceipData&quot;:{&quot;enableMiniSkinCustomization&quot;:true,&quot;playerLayout&quot;:&quot;builtin.presentation&quot;,&quot;playerLayoutFooter&quot;:&quot;slideNumber,goToPrev,goToNext&quot;,&quot;playerLayoutHeader&quot;:&quot;&quot;,&quot;playerLayoutHeaderButtonsPosition&quot;:&quot;&quot;,&quot;playerLayoutOutline&quot;:&quot;enableSearch,showThumbnails,showSlideNumber,enableMultilevel&quot;,&quot;playerLayoutProgress&quot;:&quot;enabledNavigation,showLabels&quot;,&quot;playerLayoutProgressMode&quot;:&quot;presentationTimeline&quot;,&quot;playerLayoutSidebar&quot;:&quot;&quot;,&quot;playerLayoutSidebarPosition&quot;:&quot;&quot;,&quot;playerMessages&quot;:&quot;builtin.ru&quot;,&quot;playerNavigationAutoStart&quot;:true,&quot;playerNavigationEnableKeyboardNavigation&quot;:true,&quot;playerNavigationMode&quot;:&quot;bySlides&quot;,&quot;playerNavigationOnRestart&quot;:&quot;prompt&quot;,&quot;playerNavigationSaveAnimationStates&quot;:true,&quot;playerNavigationType&quot;:&quot;free&quot;,&quot;playerTheme&quot;:&quot;custom&quot;,&quot;playerThemeBorderRadius&quot;:10,&quot;playerThemeColorScheme&quot;:&quot;custom&quot;,&quot;playerThemeFont&quot;:&quot;Arial&quot;}}}"/>
  <p:tag name="ISPRING_LMS_API_VERSION" val="SCORM 2004 (4th edition)"/>
  <p:tag name="ISPRING_ULTRA_SCORM_COURSE_ID" val="B55AA9F3-CF76-4219-9142-10F80C43ED91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\uFFFD\uFFFD\uFFFD\uFFFD{FA3453D1-0544-4FCD-B4CB-FE0D6EFA1F98}&quot;,&quot;C:\\Users\\vadim\\OneDrive\\Desktop\\Ruby-market\\Навигатор по полкам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publishDestination&quot;:&quot;LMS&quot;,&quot;wordSettings&quot;:{&quot;printCopies&quot;:1},&quot;studioSettings&quot;:{&quot;onlineDestinationFolderId&quot;:&quot;1&quot;,&quot;uploadSources&quot;:true}}"/>
  <p:tag name="ISPRING_SCORM_RATE_SLIDES" val="0"/>
  <p:tag name="ISPRING_SCORM_RATE_QUIZZES" val="0"/>
  <p:tag name="ISPRING_SCORM_PASSING_SCORE" val="0.000000"/>
  <p:tag name="ISPRING_PRESENTATION_TITLE" val="Водка. Базовые знания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6DC6CE0-87D8-42EB-90A9-A9C18B60F8C8}:2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ACD9184-83B0-493D-9287-813483073763}:25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12E5AF4-0F92-4816-A114-88003C7085FD}:25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1FC7CA7-77DC-49F5-8703-FF4AE9059B2C}:25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1E53229-DC31-4A17-AC87-9F0D928ABFAA}:26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4779D2D-B6D3-42D6-B939-AF0751E821E6}:26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0C33B14-821A-4315-A469-9D5AF773819F}:26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915F163-1B84-4930-B15B-B0227ECC7B8E}:26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5BF60AE-2BEF-44BB-B9AF-2FA55051A058}:26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F65DE50-4EFF-408E-9449-6DA61D3C84B1}:26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36857A9-3B49-4B11-BBB1-4699E2695136}:26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2CD8E8C-E39C-4DE1-B76E-74E906FFC3FB}:27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CA1340C-ACCC-44D0-9779-04AA4BA6ACF6}:26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8249CC2-8740-4044-8316-3F64A8605350}:26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17C6BDA-1909-44C7-8D16-9391C70E7476}:262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</Words>
  <Application>Microsoft Office PowerPoint</Application>
  <PresentationFormat>Широкоэкранный</PresentationFormat>
  <Paragraphs>15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Водка. Базовые знания</dc:title>
  <dc:creator>Вадим Федин</dc:creator>
  <cp:lastModifiedBy>Вадим Федин</cp:lastModifiedBy>
  <cp:revision>4</cp:revision>
  <dcterms:created xsi:type="dcterms:W3CDTF">2026-02-15T17:15:18Z</dcterms:created>
  <dcterms:modified xsi:type="dcterms:W3CDTF">2026-02-15T17:27:16Z</dcterms:modified>
</cp:coreProperties>
</file>